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this is a module of the Intranet, not a separate system. Roles, not departments, are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repeating: this is an Intranet module. Follow the role on screen. HR may rewrite this into policy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111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280160"/>
            <a:ext cx="5120640" cy="5120640"/>
          </a:xfrm>
          <a:prstGeom prst="ellipse">
            <a:avLst/>
          </a:prstGeom>
          <a:solidFill>
            <a:srgbClr val="2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241616"/>
          </a:solidFill>
          <a:ln/>
        </p:spPr>
      </p:sp>
      <p:pic>
        <p:nvPicPr>
          <p:cNvPr id="5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194560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3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NEWEAST INTRANET MODULE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Management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Headquarters visitor path — from the first request to the gate.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reference for every department.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57200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B51E2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68880" y="457200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B51E2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46888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457200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B51E2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9768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457200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2C22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55280" y="457200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2C222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95528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784080" y="457200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2C222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78408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intranet.neweast.cloud   ·   guest.neweast.cloud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open the module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Management lives on the NEWEAST Intranet. You sign in with the same account you use at work.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4EEEC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51E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Intranet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703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intranet.neweast.cloud and open Guest Management.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24688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4EEEC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53712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51E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553712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53712" y="3703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guest.neweast.cloud. Bookmark it if you raise visits often.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46720" y="24688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4EEEC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02752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51E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302752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02752" y="3703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shows only the desks that belong to your role. An employee does not see the guard desk.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 · EVERY DEPARTMENT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the role, not the department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Operations, Finance, HR — the steps never change. Only the person who asks changes.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employee. Fills the visit form.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99432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99432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returns the request.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38160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94192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394192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visit, room, and driver.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04672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a gift, only if asked.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343400" y="411480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99432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599432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a gate pass, only if asked.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138160" y="411480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394192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8394192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guest in and out.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chapters. One visit.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02536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9842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9842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fills date, guests, and any extra need.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4EEEC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871216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2852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8529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 reads it and decides.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739896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37216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Reception, Marketing, and HR do their part.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4EEEC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608576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45902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only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5902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Reception books a room with no visitor.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5477256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5477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5458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0" y="545896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records entry, then records exit.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REQUESTER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a visit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Request a visit. This is the same form for every department.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35915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3591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8163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date and arrival time.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35915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73952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3591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28163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department.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79476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4672" y="405079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0507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507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Guest, customer, supplier, or VIP.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17920" y="379476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73952" y="405079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73952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40507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4507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purpose. Write it in plain words.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REQUESTER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guests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how many people are coming (1 to 12). The form opens one card for each person.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F8E4E4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on every card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971800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971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68680" y="3749040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749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8680" y="4526280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45262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46520" y="21488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72084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29260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job title, and nationality help Reception prepare, but the request can be sent without them.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44348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party, one request. Do not split the same visit across two forms.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REQUESTER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Driver, gift, and gate pass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only for what the visit needs. Each Yes creates a task for another desk.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car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04672" y="3154680"/>
            <a:ext cx="3063240" cy="365760"/>
          </a:xfrm>
          <a:prstGeom prst="roundRect">
            <a:avLst>
              <a:gd name="adj" fmla="val 20000"/>
            </a:avLst>
          </a:prstGeom>
          <a:solidFill>
            <a:srgbClr val="F8E4E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confirms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7490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to collect or drop the guest.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99432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gift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599432" y="3154680"/>
            <a:ext cx="3063240" cy="365760"/>
          </a:xfrm>
          <a:prstGeom prst="roundRect">
            <a:avLst>
              <a:gd name="adj" fmla="val 20000"/>
            </a:avLst>
          </a:prstGeom>
          <a:solidFill>
            <a:srgbClr val="F8E4E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99432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prepares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99432" y="37490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Welcome gift, or another type from the list.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38160" y="21488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394192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gate pass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8394192" y="3154680"/>
            <a:ext cx="3063240" cy="365760"/>
          </a:xfrm>
          <a:prstGeom prst="roundRect">
            <a:avLst>
              <a:gd name="adj" fmla="val 20000"/>
            </a:avLst>
          </a:prstGeom>
          <a:solidFill>
            <a:srgbClr val="F8E4E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94192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prepares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94192" y="37490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issues the pass. Reception marks it done when it is in hand.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REQUESTER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Submit, then watch History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always goes to your line manager first. History is where you see what happened.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8E4E4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3408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line manager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234086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approval. Nothing else moves yet.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33009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· Intake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330098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has the visit and is preparing.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42611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Security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426110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is on today’s list at the gate.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" y="52212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52212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asked for a change. Open it, fix it, send again.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LINE MANAGER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visit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22199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0391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Approve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441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requests from your team sit on this tab.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363931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4672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4564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guests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purpose, date, and any extra need.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4672" y="505663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4672" y="5056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8737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5276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or return with a short comment.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52360" y="1783080"/>
            <a:ext cx="4160520" cy="4114800"/>
          </a:xfrm>
          <a:prstGeom prst="roundRect">
            <a:avLst>
              <a:gd name="adj" fmla="val 2667"/>
            </a:avLst>
          </a:prstGeom>
          <a:solidFill>
            <a:srgbClr val="161111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2668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28346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cannot book a room, a driver, a gift, or a gate pass until you approve. A visit with no decision stays invisible at the gate.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RECEPTION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the visit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Intake. One inbox for every approved staff request.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" y="231343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2313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visit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guests and the time.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43400" y="20574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231343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62856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056632" y="2313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room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99432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free meeting room, then Confirm. Outlook books it.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38160" y="20574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57616" y="231343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57616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51392" y="2313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394192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asked, assign the driver and mark it Done.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8096" y="432511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68096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261872" y="4325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on extras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waits for Marketing. Gate pass waits for HR.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343400" y="406908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62856" y="432511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562856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056632" y="4325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received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599432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gift or pass is in hand, mark it Done.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138160" y="406908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57616" y="4325112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357616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851392" y="4325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Security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394192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guests appear on today’s list at the gate.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MARKETING AND HR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 and gate pass use the same pattern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231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Gifts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Gift requests.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566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Read the visit and the gift type.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06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Approve. Status becomes Preparing.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846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Reception marks Done when it arrives.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83680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4231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Gate passes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Gate passes.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566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Read the visit and the guests.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4206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Approve. Status becomes Preparing.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4846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Reception marks Done when the pass is in hand.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RECEPTION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room with no visitor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meetings do not need a visit request. Use Rooms.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9808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1E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Rooms. The board shows free and busy slots.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29000" y="219456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630168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1E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3630168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free slot.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219456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10528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1E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510528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subject, then Book in Outlook.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89720" y="219456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390888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1E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9390888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invitees on the booking card if needed.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GUARD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 and check-out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0756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list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606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visits submitted to Security appear here.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03120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0756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party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606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visit code, or read the invitation QR.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" y="4206240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178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7091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visit. Record entry when they arrive.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BFA"/>
          </a:solidFill>
          <a:ln/>
          <a:effectLst>
            <a:outerShdw sx="100000" sy="100000" kx="0" ky="0" algn="bl" rotWithShape="0" blurRad="127000" dist="25400" dir="5400000">
              <a:srgbClr val="1E1818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B51E2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178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47091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visit, same desk, when they leave.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737360" cy="304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5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only remember one screen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6111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691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691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6916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31343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EEE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23134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23134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visit → History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23134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Then watch the status.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93522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29352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108960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29352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then approve or return.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55701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EE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557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108960" y="35570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· Rooms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35570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Prepare, or book a room only.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17880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BF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41788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108960" y="41788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41788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preparing the gift.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4800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EEE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31520" y="4800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108960" y="48006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passes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48006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preparing the pass.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542239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BF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31520" y="5422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54223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desk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54223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in, then check out.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Guest Management  ·  Intranet module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11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241616"/>
          </a:solidFill>
          <a:ln/>
        </p:spPr>
      </p:sp>
      <p:pic>
        <p:nvPicPr>
          <p:cNvPr id="4" name="Image 0" descr="/home/negt/HQ_NEWESAT_GUESTVISIT/public/newea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194560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1031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3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NEWEAST INTRANET · GUEST MANAGEMENT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Ask.  Approve.  Prepare.  Welcome.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module from the Intranet, or go to guest.neweast.cloud.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walkthrough video sits next to this file.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2C222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709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intranet.neweast.cloud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470916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2C22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43400" y="4709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guest.neweast.cloud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0" y="470916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B51E2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46720" y="4709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video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NEWEAST Intranet — Guest Management</dc:title>
  <dc:subject>Step-by-step process for every department</dc:subject>
  <dc:creator>NEWEAST Headquarters</dc:creator>
  <cp:lastModifiedBy>NEWEAST Headquarters</cp:lastModifiedBy>
  <cp:revision>1</cp:revision>
  <dcterms:created xsi:type="dcterms:W3CDTF">2026-10-12T11:02:03Z</dcterms:created>
  <dcterms:modified xsi:type="dcterms:W3CDTF">2026-10-12T11:02:03Z</dcterms:modified>
</cp:coreProperties>
</file>